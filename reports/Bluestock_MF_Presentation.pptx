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BCD4"/>
                </a:solidFill>
              </a:defRPr>
            </a:pPr>
            <a:r>
              <a:t>Capstone Project I — Bluestock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Author: Akash Kumar Pandit  | 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Bluestock Fintech 24J Batch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Analyze 40 mutual fund schemes across 10 AMCs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Build end-to-end data analytics pipeline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Compute risk metrics &amp; performance analysis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Create interactive dashboard for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Python 3.10+, Pandas, NumPy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Scikit-learn (K-Means Clustering)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SQLite / SQLAlchemy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Matplotlib, Seaborn, Plotly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Power BI (Dashboard)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ReportLab, python-pptx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10 production CSV datasets from Bluestock Fintech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Live NAV API data from mfapi.in (6 key schemes)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Total: 32,778 transactions, 8,050 benchmark records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40 fund schemes, 322 portfolio holdings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 period: 2022 —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474720"/>
            <a:ext cx="1828800" cy="10972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32,778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474720"/>
            <a:ext cx="1828800" cy="10972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8,050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Benchmark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474720"/>
            <a:ext cx="1828800" cy="10972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40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Fund Schemes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474720"/>
            <a:ext cx="1828800" cy="10972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322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Holdings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ETL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1920240" cy="164592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Extract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live_nav_fetch.py</a:t>
            </a:r>
            <a:br/>
            <a:r>
              <a:t>mfapi.in API →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645920"/>
            <a:ext cx="1920240" cy="164592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Transform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data_ingestion.py</a:t>
            </a:r>
            <a:br/>
            <a:r>
              <a:t>Explore &amp; Validate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1920240" cy="164592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Load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etl_pipeline.py</a:t>
            </a:r>
            <a:br/>
            <a:r>
              <a:t>CSV → SQLite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1920240" cy="1645920"/>
          </a:xfrm>
          <a:prstGeom prst="roundRect">
            <a:avLst/>
          </a:prstGeom>
          <a:solidFill>
            <a:srgbClr val="E8EAF6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Analyze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analytics_script.py</a:t>
            </a:r>
            <a:br/>
            <a:r>
              <a:t>Risk Metrics &amp; ML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4560" y="2194560"/>
            <a:ext cx="274320" cy="27432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389120" y="2194560"/>
            <a:ext cx="274320" cy="27432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583680" y="2194560"/>
            <a:ext cx="274320" cy="27432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</a:defRPr>
            </a:pPr>
            <a:r>
              <a:t>Output: database.db (16 tables) + risk_metrics.csv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EDA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920240" cy="9144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₹81L Cr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Total AUM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371600"/>
            <a:ext cx="1920240" cy="9144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₹31K Cr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SIP Inflows/Mo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1920240" cy="9144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26.12 Cr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Investor Folios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1920240" cy="9144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1,908</a:t>
            </a:r>
          </a:p>
          <a:p>
            <a:pPr algn="ctr">
              <a:defRPr sz="1000">
                <a:solidFill>
                  <a:srgbClr val="0D47A1"/>
                </a:solidFill>
              </a:defRPr>
            </a:pPr>
            <a:r>
              <a:t>Active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10 Fund Houses: SBI, HDFC, ICICI, Nippon, Kotak, Axis, ABSL, UTI, Mirae, DSP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2 Categories: Equity, Debt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12 Sub-Categories: Large Cap, Small Cap, Mid Cap, Flexi Cap, ELSS, Gilt, Liquid, etc.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AMFI Code Validation: 100% match between fund_master and nav_history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Risk Metrics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Annualized Standard Deviation — Volatility measure (Daily StdDev × √252)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Maximum Drawdown — Worst peak-to-trough NAV decline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Beta — Sensitivity to Nifty 50 benchmark movements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Alpha — Excess return over CAPM-predicted return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Risk-Free Rate assumed: 5% (India T-bill proxy)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47A1"/>
                </a:solidFill>
              </a:defRPr>
            </a:pPr>
            <a:r>
              <a:t>41 funds analyzed with complete risk profiles 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K-Means Clustering (k=3)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High Risk: 1 funds | Avg StdDev: 1.350 | Avg Alpha: 49.632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Low Risk: 13 funds | Avg StdDev: 0.460 | Avg Alpha: 0.762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Medium Risk: 26 funds | Avg StdDev: 0.941 | Avg Alpha: 3.771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Features: Annualized Std Dev (risk) × Alpha (excess return)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Normalization: Z-score standardization applied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Low Risk: Debt/liquid funds with stable returns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Medium Risk: Diversified equity with moderate volatility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High Risk: Small-cap/sector funds with high volatility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Trend Analysis — SMA &amp; 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SMA-30: 30-day Simple Moving Average of NAV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SMA-90: 90-day Simple Moving Average of NAV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EMA-30: 30-day Exponential Moving Average (recent data weighted more)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EMA-90: 90-day Exponential Moving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Signal Interpretation: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Bullish: NAV crosses above SMA/EMA from below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Bearish: NAV crosses below SMA/EMA from above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Golden Cross: Short-term SMA crosses above long-term SMA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Death Cross: Short-term SMA crosses below long-term SMA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— Industry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Page 1: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KPI Cards: AUM, SIP, Folios, Schemes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Line chart: Industry AUM trend 2022–2025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Bar chart: AUM breakdown by AMC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Page 2: Fund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Scatter plot: Return vs Risk (bubble = AUM)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Sortable fund scorecard table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NAV line vs benchmark overlay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Slicers: fund house, category,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— Investors &amp; SIP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Page 3: Investor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Bar: Transaction amount by state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Donut: SIP/Lumpsum/Redemption split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Age group vs avg SIP amount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Monthly transaction volume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Page 4: SIP &amp; Market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Dual-axis: SIP inflow + Nifty 50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Category inflow heatmap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Top 5 categories by net inflow FY25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Drill-through to NAV detail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K-Means effectively segments risk profiles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Strong alpha in small/mid-cap funds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SIP inflows show consistent upward trend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Low beta confirms debt fund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Add real-time NAV streaming pipeline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Implement VaR &amp; Monte Carlo models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Add sentiment analysis integration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Use LSTM/Prophet for NAV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73152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Akash Kumar Pandit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CD4"/>
                </a:solidFill>
              </a:defRPr>
            </a:pPr>
            <a:r>
              <a:t>Email: akashpandit9691077552@gmail.com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CD4"/>
                </a:solidFill>
              </a:defRPr>
            </a:pPr>
            <a:r>
              <a:t>GitHub: github.com/akash-pandit04/mutual-fund-analytics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Bluestock Fintech 24J Batch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